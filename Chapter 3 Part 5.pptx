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57" r:id="rId4"/>
    <p:sldId id="258" r:id="rId5"/>
    <p:sldId id="266" r:id="rId6"/>
    <p:sldId id="267" r:id="rId7"/>
    <p:sldId id="268" r:id="rId8"/>
    <p:sldId id="259" r:id="rId9"/>
    <p:sldId id="260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6" r:id="rId22"/>
    <p:sldId id="287" r:id="rId23"/>
    <p:sldId id="280" r:id="rId24"/>
    <p:sldId id="281" r:id="rId25"/>
    <p:sldId id="282" r:id="rId26"/>
    <p:sldId id="283" r:id="rId27"/>
    <p:sldId id="284" r:id="rId28"/>
    <p:sldId id="285" r:id="rId29"/>
    <p:sldId id="261" r:id="rId30"/>
    <p:sldId id="262" r:id="rId31"/>
    <p:sldId id="263" r:id="rId32"/>
    <p:sldId id="264" r:id="rId33"/>
    <p:sldId id="26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a=X&amp;sca_esv=ffd48def480ec45e&amp;rlz=1C1YTUH_enIN1104IN1104&amp;biw=1366&amp;bih=657&amp;q=Twitter+Ads&amp;ved=2ahUKEwisxN7I8ayPAxWJxjgGHUqOH3sQxccNegQIHhAB&amp;mstk=AUtExfB2gGXfJ6F1AVIiU2wu-X4Tk8zKtXmbQUiL7s3LnRvrxpuuR3Oimx9VUqUXzIaOpsIVR8LfciTopBWA78dUPY_y2M04XpD9kJCVThtl-I65uMjV4GQH1Ytvt7lLCMRekjeCbAf_SoOcLPFcu3pFuUnelCB7XZRr0tIIyO72bREwwuCAfOGZLXhv4VC6-7EmMku5&amp;csui=3" TargetMode="External"/><Relationship Id="rId2" Type="http://schemas.openxmlformats.org/officeDocument/2006/relationships/hyperlink" Target="https://www.google.com/search?sa=X&amp;sca_esv=ffd48def480ec45e&amp;rlz=1C1YTUH_enIN1104IN1104&amp;biw=1366&amp;bih=657&amp;q=X&amp;ved=2ahUKEwisxN7I8ayPAxWJxjgGHUqOH3sQxccNegQIHBAB&amp;mstk=AUtExfB2gGXfJ6F1AVIiU2wu-X4Tk8zKtXmbQUiL7s3LnRvrxpuuR3Oimx9VUqUXzIaOpsIVR8LfciTopBWA78dUPY_y2M04XpD9kJCVThtl-I65uMjV4GQH1Ytvt7lLCMRekjeCbAf_SoOcLPFcu3pFuUnelCB7XZRr0tIIyO72bREwwuCAfOGZLXhv4VC6-7EmMku5&amp;csui=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a=X&amp;sca_esv=ffd48def480ec45e&amp;rlz=1C1YTUH_enIN1104IN1104&amp;biw=1366&amp;bih=657&amp;q=Twitter+Analytics&amp;ved=2ahUKEwisxN7I8ayPAxWJxjgGHUqOH3sQxccNegUI4AEQAQ&amp;mstk=AUtExfB2gGXfJ6F1AVIiU2wu-X4Tk8zKtXmbQUiL7s3LnRvrxpuuR3Oimx9VUqUXzIaOpsIVR8LfciTopBWA78dUPY_y2M04XpD9kJCVThtl-I65uMjV4GQH1Ytvt7lLCMRekjeCbAf_SoOcLPFcu3pFuUnelCB7XZRr0tIIyO72bREwwuCAfOGZLXhv4VC6-7EmMku5&amp;csui=3" TargetMode="External"/><Relationship Id="rId2" Type="http://schemas.openxmlformats.org/officeDocument/2006/relationships/hyperlink" Target="https://www.google.com/search?sa=X&amp;sca_esv=ffd48def480ec45e&amp;rlz=1C1YTUH_enIN1104IN1104&amp;biw=1366&amp;bih=657&amp;q=Twitter+Ads&amp;ved=2ahUKEwisxN7I8ayPAxWJxjgGHUqOH3sQxccNegUI0QEQAQ&amp;mstk=AUtExfB2gGXfJ6F1AVIiU2wu-X4Tk8zKtXmbQUiL7s3LnRvrxpuuR3Oimx9VUqUXzIaOpsIVR8LfciTopBWA78dUPY_y2M04XpD9kJCVThtl-I65uMjV4GQH1Ytvt7lLCMRekjeCbAf_SoOcLPFcu3pFuUnelCB7XZRr0tIIyO72bREwwuCAfOGZLXhv4VC6-7EmMku5&amp;csui=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837" y="107662"/>
            <a:ext cx="7772400" cy="1470025"/>
          </a:xfrm>
        </p:spPr>
        <p:txBody>
          <a:bodyPr/>
          <a:lstStyle/>
          <a:p>
            <a:r>
              <a:rPr dirty="0"/>
              <a:t>Twitter </a:t>
            </a:r>
            <a:r>
              <a:rPr dirty="0" smtClean="0"/>
              <a:t>Marketing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88474"/>
            <a:ext cx="8063345" cy="471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</a:t>
            </a:r>
            <a:endParaRPr lang="en-IN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620044"/>
            <a:ext cx="8001000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301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Twitter’s marketing potential</a:t>
            </a:r>
          </a:p>
          <a:p>
            <a:r>
              <a:t>- Build a Twitter-specific content strategy</a:t>
            </a:r>
          </a:p>
          <a:p>
            <a:r>
              <a:t>- Use Twitter effectively for engagement</a:t>
            </a:r>
          </a:p>
          <a:p>
            <a:r>
              <a:t>- Understand Twitter Ads and campaigns</a:t>
            </a:r>
          </a:p>
          <a:p>
            <a:r>
              <a:t>- Create and analyze ad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Twitter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mtClean="0"/>
              <a:t>Twitter </a:t>
            </a:r>
            <a:r>
              <a:rPr lang="en-IN" dirty="0"/>
              <a:t>(now </a:t>
            </a:r>
            <a:r>
              <a:rPr lang="en-IN" dirty="0">
                <a:hlinkClick r:id="rId2"/>
              </a:rPr>
              <a:t>X</a:t>
            </a:r>
            <a:r>
              <a:rPr lang="en-IN" dirty="0"/>
              <a:t>) marketing is the strategy of using the platform to promote a brand, product, or service by creating and publishing engaging content, interacting with users, and using advertisements to drive brand awareness, leads, and sales. </a:t>
            </a:r>
            <a:endParaRPr lang="en-IN" dirty="0" smtClean="0"/>
          </a:p>
          <a:p>
            <a:r>
              <a:rPr lang="en-IN" dirty="0" smtClean="0"/>
              <a:t>Key </a:t>
            </a:r>
            <a:r>
              <a:rPr lang="en-IN" dirty="0"/>
              <a:t>elements include developing a content strategy with engaging tweets and videos, participating in trending conversations, running targeted </a:t>
            </a:r>
            <a:r>
              <a:rPr lang="en-IN" dirty="0">
                <a:hlinkClick r:id="rId3"/>
              </a:rPr>
              <a:t>Twitter Ads</a:t>
            </a:r>
            <a:r>
              <a:rPr lang="en-IN" dirty="0"/>
              <a:t>, and </a:t>
            </a:r>
            <a:r>
              <a:rPr lang="en-IN" dirty="0" smtClean="0"/>
              <a:t>analysing </a:t>
            </a:r>
            <a:r>
              <a:rPr lang="en-IN" dirty="0"/>
              <a:t>performance to refine the approach. </a:t>
            </a:r>
            <a:endParaRPr lang="en-IN" dirty="0" smtClean="0"/>
          </a:p>
          <a:p>
            <a:r>
              <a:rPr lang="en-IN" dirty="0" smtClean="0"/>
              <a:t>A </a:t>
            </a:r>
            <a:r>
              <a:rPr lang="en-IN" dirty="0"/>
              <a:t>successful strategy requires understanding the audience, creating consistent and valuable content, and engaging in real-time conversations. 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Components of a Twitter Marketing Strategy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Platform Optimization:</a:t>
            </a:r>
            <a:endParaRPr lang="en-IN" dirty="0"/>
          </a:p>
          <a:p>
            <a:pPr fontAlgn="ctr"/>
            <a:r>
              <a:rPr lang="en-IN" dirty="0"/>
              <a:t>Create a strong brand presence by choosing the right handle, profile picture, header image, and an optimized bio that reflects your brand's personality. </a:t>
            </a:r>
          </a:p>
          <a:p>
            <a:r>
              <a:rPr lang="en-IN" b="1" dirty="0"/>
              <a:t>Content Strategy:</a:t>
            </a:r>
            <a:endParaRPr lang="en-IN" dirty="0"/>
          </a:p>
          <a:p>
            <a:pPr fontAlgn="ctr"/>
            <a:r>
              <a:rPr lang="en-IN" b="1" dirty="0"/>
              <a:t>Content Creation:</a:t>
            </a:r>
            <a:r>
              <a:rPr lang="en-IN" dirty="0"/>
              <a:t> Share updates, videos, images, and participate in conversations. Use threads for longer-form content and polls to encourage interaction. </a:t>
            </a:r>
          </a:p>
          <a:p>
            <a:pPr fontAlgn="ctr"/>
            <a:r>
              <a:rPr lang="en-IN" b="1" dirty="0"/>
              <a:t>Timing:</a:t>
            </a:r>
            <a:r>
              <a:rPr lang="en-IN" dirty="0"/>
              <a:t> Post at peak hours to maximize engagement and reach. </a:t>
            </a:r>
          </a:p>
          <a:p>
            <a:pPr fontAlgn="ctr"/>
            <a:r>
              <a:rPr lang="en-IN" b="1" dirty="0" err="1"/>
              <a:t>Hashtags</a:t>
            </a:r>
            <a:r>
              <a:rPr lang="en-IN" b="1" dirty="0"/>
              <a:t>:</a:t>
            </a:r>
            <a:r>
              <a:rPr lang="en-IN" dirty="0"/>
              <a:t> Use relevant </a:t>
            </a:r>
            <a:r>
              <a:rPr lang="en-IN" dirty="0" err="1"/>
              <a:t>hashtags</a:t>
            </a:r>
            <a:r>
              <a:rPr lang="en-IN" dirty="0"/>
              <a:t> to increase visibility and join conversations. </a:t>
            </a:r>
          </a:p>
          <a:p>
            <a:r>
              <a:rPr lang="en-IN" b="1" dirty="0"/>
              <a:t>Audience Engagement</a:t>
            </a:r>
            <a:r>
              <a:rPr lang="en-IN" b="1" dirty="0" smtClean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057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ctr"/>
            <a:r>
              <a:rPr lang="en-IN" b="1" dirty="0"/>
              <a:t>Interaction:</a:t>
            </a:r>
            <a:r>
              <a:rPr lang="en-IN" dirty="0"/>
              <a:t> Engage directly with followers by responding to questions and comments in real-time. </a:t>
            </a:r>
          </a:p>
          <a:p>
            <a:pPr fontAlgn="ctr"/>
            <a:r>
              <a:rPr lang="en-IN" b="1" dirty="0"/>
              <a:t>Community Building:</a:t>
            </a:r>
            <a:r>
              <a:rPr lang="en-IN" dirty="0"/>
              <a:t> Join and start Twitter chats or conversations to connect with your target audience. </a:t>
            </a:r>
          </a:p>
          <a:p>
            <a:r>
              <a:rPr lang="en-IN" b="1" dirty="0"/>
              <a:t>Paid Advertising:</a:t>
            </a:r>
            <a:endParaRPr lang="en-IN" dirty="0"/>
          </a:p>
          <a:p>
            <a:pPr fontAlgn="ctr"/>
            <a:r>
              <a:rPr lang="en-IN" b="1" dirty="0">
                <a:hlinkClick r:id="rId2"/>
              </a:rPr>
              <a:t>Twitter Ads</a:t>
            </a:r>
            <a:r>
              <a:rPr lang="en-IN" b="1" dirty="0"/>
              <a:t>:</a:t>
            </a:r>
            <a:r>
              <a:rPr lang="en-IN" dirty="0"/>
              <a:t> Utilize paid promotion options to reach a wider audience and grow your follower count. </a:t>
            </a:r>
          </a:p>
          <a:p>
            <a:pPr fontAlgn="ctr"/>
            <a:r>
              <a:rPr lang="en-IN" b="1" dirty="0"/>
              <a:t>Ad Objectives:</a:t>
            </a:r>
            <a:r>
              <a:rPr lang="en-IN" dirty="0"/>
              <a:t> Choose objectives like increasing awareness, getting website clicks, or generating leads. </a:t>
            </a:r>
          </a:p>
          <a:p>
            <a:r>
              <a:rPr lang="en-IN" b="1" dirty="0"/>
              <a:t>Analysis and Optimization:</a:t>
            </a:r>
            <a:endParaRPr lang="en-IN" dirty="0"/>
          </a:p>
          <a:p>
            <a:pPr fontAlgn="ctr"/>
            <a:r>
              <a:rPr lang="en-IN" b="1" dirty="0"/>
              <a:t>Performance Tracking:</a:t>
            </a:r>
            <a:r>
              <a:rPr lang="en-IN" dirty="0"/>
              <a:t> Use tools like </a:t>
            </a:r>
            <a:r>
              <a:rPr lang="en-IN" dirty="0">
                <a:hlinkClick r:id="rId3"/>
              </a:rPr>
              <a:t>Twitter Analytics</a:t>
            </a:r>
            <a:r>
              <a:rPr lang="en-IN" dirty="0"/>
              <a:t> to track key metrics such as engagement rate, follower growth, and web traffic. </a:t>
            </a:r>
          </a:p>
          <a:p>
            <a:r>
              <a:rPr lang="en-IN" b="1" dirty="0"/>
              <a:t>Competitor Analysis:</a:t>
            </a:r>
            <a:r>
              <a:rPr lang="en-IN" dirty="0"/>
              <a:t> Monitor competitor accounts to understand their strategies and identify opportunities. 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18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Benefits of Twitter </a:t>
            </a:r>
            <a:r>
              <a:rPr lang="en-IN" dirty="0" smtClean="0"/>
              <a:t>Marketing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ctr"/>
            <a:r>
              <a:rPr lang="en-IN" b="1" dirty="0" smtClean="0"/>
              <a:t>Wide </a:t>
            </a:r>
            <a:r>
              <a:rPr lang="en-IN" b="1" dirty="0"/>
              <a:t>Reach:</a:t>
            </a:r>
            <a:r>
              <a:rPr lang="en-IN" dirty="0"/>
              <a:t> Connect with a global audience and penetrate global markets. </a:t>
            </a:r>
          </a:p>
          <a:p>
            <a:pPr fontAlgn="ctr"/>
            <a:r>
              <a:rPr lang="en-IN" b="1" dirty="0"/>
              <a:t>Real-Time Engagement:</a:t>
            </a:r>
            <a:r>
              <a:rPr lang="en-IN" dirty="0"/>
              <a:t> Interact with customers instantly, which is ideal for events or product launches. </a:t>
            </a:r>
          </a:p>
          <a:p>
            <a:pPr fontAlgn="ctr"/>
            <a:r>
              <a:rPr lang="en-IN" b="1" dirty="0"/>
              <a:t>Enhanced Visibility:</a:t>
            </a:r>
            <a:r>
              <a:rPr lang="en-IN" dirty="0"/>
              <a:t> Gain visibility through trending topics, </a:t>
            </a:r>
            <a:r>
              <a:rPr lang="en-IN" dirty="0" err="1"/>
              <a:t>hashtags</a:t>
            </a:r>
            <a:r>
              <a:rPr lang="en-IN" dirty="0"/>
              <a:t>, and conversations. </a:t>
            </a:r>
          </a:p>
          <a:p>
            <a:pPr fontAlgn="ctr"/>
            <a:r>
              <a:rPr lang="en-IN" b="1" dirty="0"/>
              <a:t>Direct Customer Interaction:</a:t>
            </a:r>
            <a:r>
              <a:rPr lang="en-IN" dirty="0"/>
              <a:t> Address customer concerns and build relationships. </a:t>
            </a:r>
          </a:p>
          <a:p>
            <a:r>
              <a:rPr lang="en-IN" b="1" dirty="0"/>
              <a:t>Cost-Effective:</a:t>
            </a:r>
            <a:r>
              <a:rPr lang="en-IN" dirty="0"/>
              <a:t> A platform with various ad products that can fit different budgets, offering a good return on investment.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32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Basics of Twitter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Tweets, hashtags, retweets, threads, mentions</a:t>
            </a:r>
          </a:p>
          <a:p>
            <a:r>
              <a:t>- Twitter threads for storytelling</a:t>
            </a:r>
          </a:p>
          <a:p>
            <a:r>
              <a:t>- Trending topics for visibility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Twitter Content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Types: Text, polls, GIFs, videos, threads</a:t>
            </a:r>
          </a:p>
          <a:p>
            <a:r>
              <a:t>- Tools: TweetDeck, Buffer</a:t>
            </a:r>
          </a:p>
          <a:p>
            <a:r>
              <a:t>- Hashtags &amp; timing</a:t>
            </a:r>
          </a:p>
          <a:p>
            <a:r>
              <a:t>- Consistency and brand voice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Building a Twitter content </a:t>
            </a:r>
            <a:r>
              <a:rPr lang="en-IN" dirty="0" smtClean="0"/>
              <a:t>strategy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A </a:t>
            </a:r>
            <a:r>
              <a:rPr lang="en-IN" dirty="0"/>
              <a:t>well-planned content strategy is the foundation of your Twitter marketing and requires careful planning and audience research. </a:t>
            </a:r>
          </a:p>
          <a:p>
            <a:r>
              <a:rPr lang="en-IN" dirty="0"/>
              <a:t>Define your goals and audience</a:t>
            </a:r>
          </a:p>
          <a:p>
            <a:r>
              <a:rPr lang="en-IN" b="1" dirty="0"/>
              <a:t>Identify objectives:</a:t>
            </a:r>
            <a:r>
              <a:rPr lang="en-IN" dirty="0"/>
              <a:t> Determine what you want to accomplish with your Twitter presence, whether it's increasing brand awareness, generating leads, or driving website traffic.</a:t>
            </a:r>
          </a:p>
          <a:p>
            <a:r>
              <a:rPr lang="en-IN" b="1" dirty="0"/>
              <a:t>Understand your audience:</a:t>
            </a:r>
            <a:r>
              <a:rPr lang="en-IN" dirty="0"/>
              <a:t> Research your target audience's interests, pain points, and </a:t>
            </a:r>
            <a:r>
              <a:rPr lang="en-IN" dirty="0" err="1"/>
              <a:t>behaviors</a:t>
            </a:r>
            <a:r>
              <a:rPr lang="en-IN" dirty="0"/>
              <a:t> using Twitter Analytics or other tools to create content that resonates with them.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04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Create a content </a:t>
            </a:r>
            <a:r>
              <a:rPr lang="en-IN" dirty="0" smtClean="0"/>
              <a:t>calendar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Develop </a:t>
            </a:r>
            <a:r>
              <a:rPr lang="en-IN" dirty="0"/>
              <a:t>a calendar that includes a mix of content types to keep your audience engaged. A typical strategy includes a balance of the following:</a:t>
            </a:r>
          </a:p>
          <a:p>
            <a:pPr lvl="1"/>
            <a:r>
              <a:rPr lang="en-IN" b="1" dirty="0"/>
              <a:t>Promotional content:</a:t>
            </a:r>
            <a:r>
              <a:rPr lang="en-IN" dirty="0"/>
              <a:t> Share product updates, special offers, and company news.</a:t>
            </a:r>
          </a:p>
          <a:p>
            <a:pPr lvl="1"/>
            <a:r>
              <a:rPr lang="en-IN" b="1" dirty="0"/>
              <a:t>Educational content:</a:t>
            </a:r>
            <a:r>
              <a:rPr lang="en-IN" dirty="0"/>
              <a:t> Post informative resources like blog posts, videos, or </a:t>
            </a:r>
            <a:r>
              <a:rPr lang="en-IN" dirty="0" err="1"/>
              <a:t>infographics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Engaging content:</a:t>
            </a:r>
            <a:r>
              <a:rPr lang="en-IN" dirty="0"/>
              <a:t> Use interactive features like polls, questions, and Q&amp;As to spark conversations.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321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Crafting effective </a:t>
            </a:r>
            <a:r>
              <a:rPr lang="en-IN" dirty="0" smtClean="0"/>
              <a:t>tweets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smtClean="0"/>
              <a:t>Use </a:t>
            </a:r>
            <a:r>
              <a:rPr lang="en-IN" b="1" dirty="0"/>
              <a:t>visual content:</a:t>
            </a:r>
            <a:r>
              <a:rPr lang="en-IN" dirty="0"/>
              <a:t> Tweets with images, GIFs, and videos receive significantly higher engagement than text-only posts.</a:t>
            </a:r>
          </a:p>
          <a:p>
            <a:r>
              <a:rPr lang="en-IN" b="1" dirty="0"/>
              <a:t>Incorporate </a:t>
            </a:r>
            <a:r>
              <a:rPr lang="en-IN" b="1" dirty="0" err="1"/>
              <a:t>hashtags</a:t>
            </a:r>
            <a:r>
              <a:rPr lang="en-IN" b="1" dirty="0"/>
              <a:t>:</a:t>
            </a:r>
            <a:r>
              <a:rPr lang="en-IN" dirty="0"/>
              <a:t> Use one or two relevant </a:t>
            </a:r>
            <a:r>
              <a:rPr lang="en-IN" dirty="0" err="1"/>
              <a:t>hashtags</a:t>
            </a:r>
            <a:r>
              <a:rPr lang="en-IN" dirty="0"/>
              <a:t> to increase your tweet's discoverability. Overusing them can appear </a:t>
            </a:r>
            <a:r>
              <a:rPr lang="en-IN" dirty="0" err="1"/>
              <a:t>spammy</a:t>
            </a:r>
            <a:r>
              <a:rPr lang="en-IN" dirty="0"/>
              <a:t>.</a:t>
            </a:r>
          </a:p>
          <a:p>
            <a:r>
              <a:rPr lang="en-IN" b="1" dirty="0"/>
              <a:t>Add a strong CTA:</a:t>
            </a:r>
            <a:r>
              <a:rPr lang="en-IN" dirty="0"/>
              <a:t> Include a clear and compelling call-to-action to guide users to your desired outcome, such as "Shop Now" or "Learn More".</a:t>
            </a:r>
          </a:p>
          <a:p>
            <a:r>
              <a:rPr lang="en-IN" b="1" dirty="0"/>
              <a:t>Utilize threads:</a:t>
            </a:r>
            <a:r>
              <a:rPr lang="en-IN" dirty="0"/>
              <a:t> For more in-depth content, use threads to tell a story or explain a topic across a series of connected tweets.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12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Using Twitter </a:t>
            </a:r>
            <a:r>
              <a:rPr lang="en-IN" dirty="0" smtClean="0"/>
              <a:t>effectively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Beyond </a:t>
            </a:r>
            <a:r>
              <a:rPr lang="en-IN" dirty="0"/>
              <a:t>your core content, daily usage and active engagement are critical for building relationships and growing your brand. </a:t>
            </a:r>
          </a:p>
          <a:p>
            <a:r>
              <a:rPr lang="en-IN" dirty="0"/>
              <a:t>Actively engage with your community</a:t>
            </a:r>
          </a:p>
          <a:p>
            <a:r>
              <a:rPr lang="en-IN" b="1" dirty="0"/>
              <a:t>Respond promptly:</a:t>
            </a:r>
            <a:r>
              <a:rPr lang="en-IN" dirty="0"/>
              <a:t> Reply to mentions and direct messages in a timely manner. This demonstrates that your brand is active and attentive.</a:t>
            </a:r>
          </a:p>
          <a:p>
            <a:r>
              <a:rPr lang="en-IN" b="1" dirty="0"/>
              <a:t>Participate in conversations:</a:t>
            </a:r>
            <a:r>
              <a:rPr lang="en-IN" dirty="0"/>
              <a:t> Join trending conversations and relevant Twitter chats using industry-specific </a:t>
            </a:r>
            <a:r>
              <a:rPr lang="en-IN" dirty="0" err="1"/>
              <a:t>hashtags</a:t>
            </a:r>
            <a:r>
              <a:rPr lang="en-IN" dirty="0"/>
              <a:t>. This helps position your brand as a thought leader.</a:t>
            </a:r>
          </a:p>
          <a:p>
            <a:r>
              <a:rPr lang="en-IN" b="1" dirty="0"/>
              <a:t>Interact with others:</a:t>
            </a:r>
            <a:r>
              <a:rPr lang="en-IN" dirty="0"/>
              <a:t> </a:t>
            </a:r>
            <a:r>
              <a:rPr lang="en-IN" dirty="0" err="1"/>
              <a:t>Retweet</a:t>
            </a:r>
            <a:r>
              <a:rPr lang="en-IN" dirty="0"/>
              <a:t> or reply to content from followers and industry peers to build goodwill and foster relationships.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62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Leverage profile </a:t>
            </a:r>
            <a:r>
              <a:rPr lang="en-IN" dirty="0" smtClean="0"/>
              <a:t>optimization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Use </a:t>
            </a:r>
            <a:r>
              <a:rPr lang="en-IN" b="1" dirty="0"/>
              <a:t>your brand voice:</a:t>
            </a:r>
            <a:r>
              <a:rPr lang="en-IN" dirty="0"/>
              <a:t> Ensure your company's personality comes through in your posts, whether it's humorous and casual like Wendy's or professional and insightful.</a:t>
            </a:r>
          </a:p>
          <a:p>
            <a:r>
              <a:rPr lang="en-IN" b="1" dirty="0"/>
              <a:t>Complete your profile:</a:t>
            </a:r>
            <a:r>
              <a:rPr lang="en-IN" dirty="0"/>
              <a:t> Use a high-quality logo as your profile picture and write a concise bio with relevant keywords. Include your website link to drive traffic.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079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Using Twitter Ads for marketing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Twitter's </a:t>
            </a:r>
            <a:r>
              <a:rPr lang="en-IN" dirty="0"/>
              <a:t>advertising platform is an effective tool for amplifying your message and driving conversions beyond your organic reach. </a:t>
            </a:r>
          </a:p>
          <a:p>
            <a:r>
              <a:rPr lang="en-IN" sz="4600" dirty="0"/>
              <a:t>Types of Twitter ads</a:t>
            </a:r>
          </a:p>
          <a:p>
            <a:r>
              <a:rPr lang="en-IN" b="1" dirty="0"/>
              <a:t>Promoted Ads (Promoted Tweets):</a:t>
            </a:r>
            <a:r>
              <a:rPr lang="en-IN" dirty="0"/>
              <a:t> Regular tweets that you pay to promote to a wider audience. They appear in users' timelines and search results.</a:t>
            </a:r>
          </a:p>
          <a:p>
            <a:r>
              <a:rPr lang="en-IN" b="1" dirty="0"/>
              <a:t>Follower Ads (Promoted Accounts):</a:t>
            </a:r>
            <a:r>
              <a:rPr lang="en-IN" dirty="0"/>
              <a:t> These ads are designed to gain more followers by promoting your entire profile to relevant users.</a:t>
            </a:r>
          </a:p>
          <a:p>
            <a:r>
              <a:rPr lang="en-IN" b="1" dirty="0"/>
              <a:t>Promoted Trends:</a:t>
            </a:r>
            <a:r>
              <a:rPr lang="en-IN" dirty="0"/>
              <a:t> A more premium option where you can pay to place your </a:t>
            </a:r>
            <a:r>
              <a:rPr lang="en-IN" dirty="0" err="1"/>
              <a:t>hashtag</a:t>
            </a:r>
            <a:r>
              <a:rPr lang="en-IN" dirty="0"/>
              <a:t> at the top of the trending topics list.</a:t>
            </a:r>
          </a:p>
          <a:p>
            <a:r>
              <a:rPr lang="en-IN" b="1" dirty="0"/>
              <a:t>Video Ads:</a:t>
            </a:r>
            <a:r>
              <a:rPr lang="en-IN" dirty="0"/>
              <a:t> Run short, highly-engaging video clips that can be promoted across the platform.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288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Running effective ad </a:t>
            </a:r>
            <a:r>
              <a:rPr lang="en-IN" dirty="0" smtClean="0"/>
              <a:t>campaigns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 smtClean="0"/>
              <a:t>Choose </a:t>
            </a:r>
            <a:r>
              <a:rPr lang="en-IN" b="1" dirty="0"/>
              <a:t>your objective:</a:t>
            </a:r>
            <a:r>
              <a:rPr lang="en-IN" dirty="0"/>
              <a:t> Twitter offers objective-based campaigns for goals like increasing awareness, driving website traffic, or boosting engagement.</a:t>
            </a:r>
          </a:p>
          <a:p>
            <a:r>
              <a:rPr lang="en-IN" b="1" dirty="0"/>
              <a:t>Define your audience:</a:t>
            </a:r>
            <a:r>
              <a:rPr lang="en-IN" dirty="0"/>
              <a:t> Use Twitter's targeting options to reach the right people. You can target based on demographics, interests, keywords, or even specific user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r>
              <a:rPr lang="en-IN" b="1" dirty="0"/>
              <a:t>Optimize your creative:</a:t>
            </a:r>
            <a:r>
              <a:rPr lang="en-IN" dirty="0"/>
              <a:t> Use eye-catching visuals and a strong call-to-action. You can also A/B test different ad </a:t>
            </a:r>
            <a:r>
              <a:rPr lang="en-IN" dirty="0" err="1"/>
              <a:t>creatives</a:t>
            </a:r>
            <a:r>
              <a:rPr lang="en-IN" dirty="0"/>
              <a:t> to see what resonates best.</a:t>
            </a:r>
          </a:p>
          <a:p>
            <a:r>
              <a:rPr lang="en-IN" b="1" dirty="0"/>
              <a:t>Monitor and adjust:</a:t>
            </a:r>
            <a:r>
              <a:rPr lang="en-IN" dirty="0"/>
              <a:t> Regularly track your campaign's performance using Twitter Analytics to evaluate key metrics like impressions, clicks, and engagement. Use this data to refine your strategy over time.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393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Twitter Ad </a:t>
            </a:r>
            <a:r>
              <a:rPr lang="en-IN" dirty="0" smtClean="0"/>
              <a:t>Campaigns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 smtClean="0"/>
              <a:t>1</a:t>
            </a:r>
            <a:r>
              <a:rPr lang="en-IN" b="1" dirty="0"/>
              <a:t>. Start with a Clear Strategy:</a:t>
            </a:r>
            <a:endParaRPr lang="en-IN" dirty="0"/>
          </a:p>
          <a:p>
            <a:pPr fontAlgn="ctr"/>
            <a:r>
              <a:rPr lang="en-IN" dirty="0"/>
              <a:t>Begin by defining specific, measurable, and strategic goals for your campaign to guide your choices. </a:t>
            </a:r>
          </a:p>
          <a:p>
            <a:r>
              <a:rPr lang="en-IN" b="1" dirty="0"/>
              <a:t>2. Use the Ads Manager:</a:t>
            </a:r>
            <a:endParaRPr lang="en-IN" dirty="0"/>
          </a:p>
          <a:p>
            <a:pPr fontAlgn="ctr"/>
            <a:r>
              <a:rPr lang="en-IN" dirty="0"/>
              <a:t>This is the central platform for creating and managing your campaigns. </a:t>
            </a:r>
          </a:p>
          <a:p>
            <a:r>
              <a:rPr lang="en-IN" b="1" dirty="0"/>
              <a:t>3. Choose Campaign Objectives:</a:t>
            </a:r>
            <a:endParaRPr lang="en-IN" dirty="0"/>
          </a:p>
          <a:p>
            <a:pPr fontAlgn="ctr"/>
            <a:r>
              <a:rPr lang="en-IN" dirty="0"/>
              <a:t>Select the appropriate objective (e.g., engagement, website traffic, app installs) for your campaign within the Ads Manager. </a:t>
            </a:r>
          </a:p>
          <a:p>
            <a:r>
              <a:rPr lang="en-IN" b="1" dirty="0"/>
              <a:t>4. Optimize Targeting and Budget:</a:t>
            </a:r>
            <a:endParaRPr lang="en-IN" dirty="0"/>
          </a:p>
          <a:p>
            <a:r>
              <a:rPr lang="en-IN" dirty="0"/>
              <a:t>Continuously adjust your budget and audience targeting based on campaign performance data to improve results and lower costs.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390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Twitter </a:t>
            </a:r>
            <a:r>
              <a:rPr lang="en-IN" dirty="0" smtClean="0"/>
              <a:t>Analytics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smtClean="0"/>
              <a:t>1</a:t>
            </a:r>
            <a:r>
              <a:rPr lang="en-IN" b="1" dirty="0"/>
              <a:t>. Understand Your Goals &amp; KPIs:</a:t>
            </a:r>
            <a:endParaRPr lang="en-IN" dirty="0"/>
          </a:p>
          <a:p>
            <a:pPr fontAlgn="ctr"/>
            <a:r>
              <a:rPr lang="en-IN" dirty="0"/>
              <a:t>Identify the key performance indicators (KPIs) that directly relate to your campaign goals and track them regularly. </a:t>
            </a:r>
          </a:p>
          <a:p>
            <a:r>
              <a:rPr lang="en-IN" b="1" dirty="0"/>
              <a:t>2. Monitor Key Metrics:</a:t>
            </a:r>
            <a:endParaRPr lang="en-IN" dirty="0"/>
          </a:p>
          <a:p>
            <a:pPr fontAlgn="ctr"/>
            <a:r>
              <a:rPr lang="en-IN" dirty="0"/>
              <a:t>Pay attention to metrics such as cost per click (CPC), cost per acquisition (CPA), and conversion rates to assess ad spend efficiency and impact on revenue. </a:t>
            </a:r>
          </a:p>
          <a:p>
            <a:r>
              <a:rPr lang="en-IN" b="1" dirty="0"/>
              <a:t>3. Regular Review and Implementation:</a:t>
            </a:r>
            <a:endParaRPr lang="en-IN" dirty="0"/>
          </a:p>
          <a:p>
            <a:r>
              <a:rPr lang="en-IN" dirty="0"/>
              <a:t>Frequently check your Twitter Analytics to gain real-time insights and make timely adjustments to your strategy and ad </a:t>
            </a:r>
            <a:r>
              <a:rPr lang="en-IN" dirty="0" err="1"/>
              <a:t>creatives</a:t>
            </a:r>
            <a:r>
              <a:rPr lang="en-IN" dirty="0"/>
              <a:t>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62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Third-Party Twitter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 smtClean="0"/>
              <a:t>Management </a:t>
            </a:r>
            <a:r>
              <a:rPr lang="en-IN" b="1" dirty="0"/>
              <a:t>&amp; Scheduling:</a:t>
            </a:r>
            <a:endParaRPr lang="en-IN" dirty="0"/>
          </a:p>
          <a:p>
            <a:r>
              <a:rPr lang="en-IN" dirty="0"/>
              <a:t>Tools like Sprout Social can help with project management and content scheduling.</a:t>
            </a:r>
          </a:p>
          <a:p>
            <a:r>
              <a:rPr lang="en-IN" b="1" dirty="0"/>
              <a:t>Social Listening:</a:t>
            </a:r>
            <a:endParaRPr lang="en-IN" dirty="0"/>
          </a:p>
          <a:p>
            <a:r>
              <a:rPr lang="en-IN" dirty="0" err="1"/>
              <a:t>Mentionlytics</a:t>
            </a:r>
            <a:r>
              <a:rPr lang="en-IN" dirty="0"/>
              <a:t> and other social listening tools help monitor mentions, conversations, and industry trends.</a:t>
            </a:r>
          </a:p>
          <a:p>
            <a:r>
              <a:rPr lang="en-IN" b="1" dirty="0"/>
              <a:t>Analytics &amp; Reporting:</a:t>
            </a:r>
            <a:endParaRPr lang="en-IN" dirty="0"/>
          </a:p>
          <a:p>
            <a:r>
              <a:rPr lang="en-IN" dirty="0"/>
              <a:t>Tools such as </a:t>
            </a:r>
            <a:r>
              <a:rPr lang="en-IN" dirty="0" err="1"/>
              <a:t>SocialPilot</a:t>
            </a:r>
            <a:r>
              <a:rPr lang="en-IN" dirty="0"/>
              <a:t> provide advanced analytics and performance management features beyond what's available in native X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108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Tips for </a:t>
            </a:r>
            <a:r>
              <a:rPr lang="en-IN" dirty="0" smtClean="0"/>
              <a:t>Managers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 smtClean="0"/>
              <a:t>Set </a:t>
            </a:r>
            <a:r>
              <a:rPr lang="en-IN" b="1" dirty="0"/>
              <a:t>Goals and Track KPIs:</a:t>
            </a:r>
            <a:endParaRPr lang="en-IN" dirty="0"/>
          </a:p>
          <a:p>
            <a:pPr fontAlgn="ctr"/>
            <a:r>
              <a:rPr lang="en-IN" dirty="0"/>
              <a:t>Ensure your team has clear, measurable objectives and tracks the right metrics to assess performance. </a:t>
            </a:r>
          </a:p>
          <a:p>
            <a:r>
              <a:rPr lang="en-IN" b="1" dirty="0"/>
              <a:t>Engage with Your Audience:</a:t>
            </a:r>
            <a:endParaRPr lang="en-IN" dirty="0"/>
          </a:p>
          <a:p>
            <a:pPr fontAlgn="ctr"/>
            <a:r>
              <a:rPr lang="en-IN" dirty="0"/>
              <a:t>Actively engage with other users to increase visibility and build community. </a:t>
            </a:r>
          </a:p>
          <a:p>
            <a:r>
              <a:rPr lang="en-IN" b="1" dirty="0"/>
              <a:t>Leverage Trends:</a:t>
            </a:r>
            <a:endParaRPr lang="en-IN" dirty="0"/>
          </a:p>
          <a:p>
            <a:pPr fontAlgn="ctr"/>
            <a:r>
              <a:rPr lang="en-IN" dirty="0"/>
              <a:t>Stay informed about trending topics and incorporate them into your content strategy to maximize reach. </a:t>
            </a:r>
          </a:p>
          <a:p>
            <a:r>
              <a:rPr lang="en-IN" b="1" dirty="0"/>
              <a:t>Audit and </a:t>
            </a:r>
            <a:r>
              <a:rPr lang="en-IN" b="1" dirty="0" err="1"/>
              <a:t>Analyze</a:t>
            </a:r>
            <a:r>
              <a:rPr lang="en-IN" b="1" dirty="0"/>
              <a:t>:</a:t>
            </a:r>
            <a:endParaRPr lang="en-IN" dirty="0"/>
          </a:p>
          <a:p>
            <a:pPr fontAlgn="ctr"/>
            <a:r>
              <a:rPr lang="en-IN" dirty="0"/>
              <a:t>Conduct regular audits of your X account and </a:t>
            </a:r>
            <a:r>
              <a:rPr lang="en-IN" dirty="0" err="1"/>
              <a:t>analyze</a:t>
            </a:r>
            <a:r>
              <a:rPr lang="en-IN" dirty="0"/>
              <a:t> your competitors to identify opportunities and improve your strategy. </a:t>
            </a:r>
          </a:p>
          <a:p>
            <a:r>
              <a:rPr lang="en-IN" b="1" dirty="0"/>
              <a:t>Create a Content Calendar:</a:t>
            </a:r>
            <a:endParaRPr lang="en-IN" dirty="0"/>
          </a:p>
          <a:p>
            <a:r>
              <a:rPr lang="en-IN" dirty="0"/>
              <a:t>Plan and schedule your posts in advance to maintain a consistent presence and save time.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427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Twitter Ads dashboard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91" y="1620982"/>
            <a:ext cx="6206836" cy="392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4676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</a:t>
            </a:r>
            <a:endParaRPr lang="en-IN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522316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36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Instagram</a:t>
            </a:r>
            <a:r>
              <a:rPr lang="en-IN" dirty="0"/>
              <a:t> &amp; </a:t>
            </a:r>
            <a:r>
              <a:rPr lang="en-IN" dirty="0" err="1"/>
              <a:t>Snapchat</a:t>
            </a:r>
            <a:r>
              <a:rPr lang="en-IN" dirty="0"/>
              <a:t> </a:t>
            </a:r>
            <a:r>
              <a:rPr lang="en-IN" dirty="0" smtClean="0"/>
              <a:t>basics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18" y="1565564"/>
            <a:ext cx="6802582" cy="4170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5651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 smtClean="0"/>
              <a:t>Instagram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 smtClean="0"/>
              <a:t>Focus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A visual inspiration platform for sharing high-quality photos, videos, and short-form content like Reels. </a:t>
            </a:r>
          </a:p>
          <a:p>
            <a:r>
              <a:rPr lang="en-IN" b="1" dirty="0"/>
              <a:t>Content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Users post content to a permanent feed and Stories that disappear after 24 hours. </a:t>
            </a:r>
          </a:p>
          <a:p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Includes a broad range of content formats, such as text posts, live streams, and marketplaces, along with detailed analytics for creators and businesses. </a:t>
            </a:r>
          </a:p>
          <a:p>
            <a:r>
              <a:rPr lang="en-IN" b="1" dirty="0"/>
              <a:t>User Experience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More public-facing, fostering a competitive atmosphere through likes and comments. </a:t>
            </a:r>
          </a:p>
          <a:p>
            <a:r>
              <a:rPr lang="en-IN" b="1" dirty="0"/>
              <a:t>Target Audience</a:t>
            </a:r>
            <a:r>
              <a:rPr lang="en-IN" dirty="0"/>
              <a:t>:</a:t>
            </a:r>
          </a:p>
          <a:p>
            <a:r>
              <a:rPr lang="en-IN" dirty="0"/>
              <a:t>Appeals to a wider audience of photographers, brands, influencers, and general users.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874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 smtClean="0"/>
              <a:t>Snapchat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 smtClean="0"/>
              <a:t>Focus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Primarily a direct messaging app with a focus on ephemeral, short-lived content. </a:t>
            </a:r>
          </a:p>
          <a:p>
            <a:r>
              <a:rPr lang="en-IN" b="1" dirty="0"/>
              <a:t>Content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Snaps (photos/videos) and Stories disappear after 24 hours, emphasizing a transient, in-the-moment style of communication. </a:t>
            </a:r>
          </a:p>
          <a:p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Known for unique creative tools, including filters, stickers, </a:t>
            </a:r>
            <a:r>
              <a:rPr lang="en-IN" dirty="0" err="1"/>
              <a:t>Bitmoji</a:t>
            </a:r>
            <a:r>
              <a:rPr lang="en-IN" dirty="0"/>
              <a:t> (customizable avatars), and friend-focused features like Streaks. </a:t>
            </a:r>
          </a:p>
          <a:p>
            <a:r>
              <a:rPr lang="en-IN" b="1" dirty="0"/>
              <a:t>User Experience</a:t>
            </a:r>
            <a:r>
              <a:rPr lang="en-IN" dirty="0"/>
              <a:t>:</a:t>
            </a:r>
          </a:p>
          <a:p>
            <a:pPr fontAlgn="ctr"/>
            <a:r>
              <a:rPr lang="en-IN" dirty="0"/>
              <a:t>More intimate and personal, focused on close-friend connections and less on public </a:t>
            </a:r>
            <a:r>
              <a:rPr lang="en-IN" dirty="0" err="1"/>
              <a:t>curation</a:t>
            </a:r>
            <a:r>
              <a:rPr lang="en-IN" dirty="0"/>
              <a:t>. </a:t>
            </a:r>
          </a:p>
          <a:p>
            <a:r>
              <a:rPr lang="en-IN" b="1" dirty="0"/>
              <a:t>Target Audience</a:t>
            </a:r>
            <a:r>
              <a:rPr lang="en-IN" dirty="0"/>
              <a:t>:</a:t>
            </a:r>
          </a:p>
          <a:p>
            <a:r>
              <a:rPr lang="en-IN" dirty="0"/>
              <a:t>Predominantly used by younger teenagers and a loyal user base seeking private conversations.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444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Key </a:t>
            </a:r>
            <a:r>
              <a:rPr lang="en-IN" dirty="0" smtClean="0"/>
              <a:t>Differences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 smtClean="0"/>
              <a:t>Content </a:t>
            </a:r>
            <a:r>
              <a:rPr lang="en-IN" b="1" dirty="0"/>
              <a:t>Permanence</a:t>
            </a:r>
            <a:r>
              <a:rPr lang="en-IN" dirty="0"/>
              <a:t>:</a:t>
            </a:r>
          </a:p>
          <a:p>
            <a:pPr fontAlgn="ctr"/>
            <a:r>
              <a:rPr lang="en-IN" dirty="0" err="1"/>
              <a:t>Instagram</a:t>
            </a:r>
            <a:r>
              <a:rPr lang="en-IN" dirty="0"/>
              <a:t> features both permanent and 24-hour ephemeral content, while </a:t>
            </a:r>
            <a:r>
              <a:rPr lang="en-IN" dirty="0" err="1"/>
              <a:t>Snapchat's</a:t>
            </a:r>
            <a:r>
              <a:rPr lang="en-IN" dirty="0"/>
              <a:t> core is ephemeral. </a:t>
            </a:r>
          </a:p>
          <a:p>
            <a:r>
              <a:rPr lang="en-IN" b="1" dirty="0"/>
              <a:t>Public vs. Private</a:t>
            </a:r>
            <a:r>
              <a:rPr lang="en-IN" dirty="0"/>
              <a:t>:</a:t>
            </a:r>
          </a:p>
          <a:p>
            <a:pPr fontAlgn="ctr"/>
            <a:r>
              <a:rPr lang="en-IN" dirty="0" err="1"/>
              <a:t>Instagram</a:t>
            </a:r>
            <a:r>
              <a:rPr lang="en-IN" dirty="0"/>
              <a:t> is a more public forum, whereas </a:t>
            </a:r>
            <a:r>
              <a:rPr lang="en-IN" dirty="0" err="1"/>
              <a:t>Snapchat</a:t>
            </a:r>
            <a:r>
              <a:rPr lang="en-IN" dirty="0"/>
              <a:t> emphasizes private, direct communication. </a:t>
            </a:r>
          </a:p>
          <a:p>
            <a:r>
              <a:rPr lang="en-IN" b="1" dirty="0"/>
              <a:t>Platform Scope</a:t>
            </a:r>
            <a:r>
              <a:rPr lang="en-IN" dirty="0"/>
              <a:t>:</a:t>
            </a:r>
          </a:p>
          <a:p>
            <a:pPr fontAlgn="ctr"/>
            <a:r>
              <a:rPr lang="en-IN" dirty="0" err="1"/>
              <a:t>Instagram</a:t>
            </a:r>
            <a:r>
              <a:rPr lang="en-IN" dirty="0"/>
              <a:t> offers a broader platform with multiple content types (Reels, Stories, Posts), while </a:t>
            </a:r>
            <a:r>
              <a:rPr lang="en-IN" dirty="0" err="1"/>
              <a:t>Snapchat</a:t>
            </a:r>
            <a:r>
              <a:rPr lang="en-IN" dirty="0"/>
              <a:t> remains more focused on the Stories and messaging format. </a:t>
            </a:r>
          </a:p>
          <a:p>
            <a:r>
              <a:rPr lang="en-IN" b="1" dirty="0"/>
              <a:t>Analytics</a:t>
            </a:r>
            <a:r>
              <a:rPr lang="en-IN" dirty="0"/>
              <a:t>:</a:t>
            </a:r>
          </a:p>
          <a:p>
            <a:r>
              <a:rPr lang="en-IN" dirty="0" err="1"/>
              <a:t>Instagram</a:t>
            </a:r>
            <a:r>
              <a:rPr lang="en-IN" dirty="0"/>
              <a:t> offers more accessible analytics for a wider range of users and businesses.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1564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82" y="1600200"/>
            <a:ext cx="731519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2209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6" y="1417637"/>
            <a:ext cx="6373090" cy="4692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7612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Twitter for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Live tweets and event coverage</a:t>
            </a:r>
          </a:p>
          <a:p>
            <a:r>
              <a:t>- Replying to mentions and DMs</a:t>
            </a:r>
          </a:p>
          <a:p>
            <a:r>
              <a:t>- Analytics: Impressions, reach, engagement rate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Twitter Ads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 types: Promoted tweets, accounts, trends</a:t>
            </a:r>
          </a:p>
          <a:p>
            <a:r>
              <a:t>- Objectives: Engagement, traffic, installs</a:t>
            </a:r>
          </a:p>
          <a:p>
            <a:r>
              <a:t>- Ad format examples and goals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Twitter Ad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of Twitter Ads Manager</a:t>
            </a:r>
          </a:p>
          <a:p>
            <a:r>
              <a:t>- Targeting: interests, location, device</a:t>
            </a:r>
          </a:p>
          <a:p>
            <a:r>
              <a:t>- Budgeting, A/B testing</a:t>
            </a:r>
          </a:p>
          <a:p>
            <a:r>
              <a:t>- Performance monitoring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+ 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Draft a tweet for a product/event</a:t>
            </a:r>
          </a:p>
          <a:p>
            <a:r>
              <a:t>- Include hashtag and image idea</a:t>
            </a:r>
          </a:p>
          <a:p>
            <a:r>
              <a:t>- Share and discuss with the class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Twitter Marketing Tutorial for Beginners</a:t>
            </a:r>
          </a:p>
          <a:p>
            <a:r>
              <a:t>Link: https://www.youtube.com/watch?v=_3x5UrxSz5Y</a:t>
            </a:r>
          </a:p>
          <a:p>
            <a:r>
              <a:t>Covers: Basics, Strategy, Ad Campaigns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560</Words>
  <Application>Microsoft Office PowerPoint</Application>
  <PresentationFormat>On-screen Show (4:3)</PresentationFormat>
  <Paragraphs>171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Twitter Marketing</vt:lpstr>
      <vt:lpstr>continue</vt:lpstr>
      <vt:lpstr>Learning Objectives</vt:lpstr>
      <vt:lpstr>Introduction to Twitter</vt:lpstr>
      <vt:lpstr>Key Components of a Twitter Marketing Strategy</vt:lpstr>
      <vt:lpstr>Continue</vt:lpstr>
      <vt:lpstr>Benefits of Twitter Marketing</vt:lpstr>
      <vt:lpstr>Basics of Twitter Marketing</vt:lpstr>
      <vt:lpstr>Building a Twitter Content Strategy</vt:lpstr>
      <vt:lpstr>Building a Twitter content strategy</vt:lpstr>
      <vt:lpstr>Create a content calendar</vt:lpstr>
      <vt:lpstr>Crafting effective tweets</vt:lpstr>
      <vt:lpstr>Using Twitter effectively</vt:lpstr>
      <vt:lpstr>Leverage profile optimization</vt:lpstr>
      <vt:lpstr>Using Twitter Ads for marketing </vt:lpstr>
      <vt:lpstr>Running effective ad campaigns</vt:lpstr>
      <vt:lpstr>Twitter Ad Campaigns</vt:lpstr>
      <vt:lpstr>Twitter Analytics</vt:lpstr>
      <vt:lpstr>Third-Party Twitter Tools</vt:lpstr>
      <vt:lpstr>Tips for Managers</vt:lpstr>
      <vt:lpstr>Twitter Ads dashboard</vt:lpstr>
      <vt:lpstr>continue</vt:lpstr>
      <vt:lpstr>Instagram &amp; Snapchat basics</vt:lpstr>
      <vt:lpstr>Instagram</vt:lpstr>
      <vt:lpstr>Snapchat</vt:lpstr>
      <vt:lpstr>Key Differences</vt:lpstr>
      <vt:lpstr>Continue</vt:lpstr>
      <vt:lpstr>continue</vt:lpstr>
      <vt:lpstr>Using Twitter for Engagement</vt:lpstr>
      <vt:lpstr>Twitter Ads Overview</vt:lpstr>
      <vt:lpstr>Creating Twitter Ad Campaigns</vt:lpstr>
      <vt:lpstr>Recap + Class Activity</vt:lpstr>
      <vt:lpstr>YouTube Tutorial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Marketing</dc:title>
  <dc:subject/>
  <dc:creator/>
  <cp:keywords/>
  <dc:description>generated using python-pptx</dc:description>
  <cp:lastModifiedBy>dypcoe</cp:lastModifiedBy>
  <cp:revision>4</cp:revision>
  <dcterms:created xsi:type="dcterms:W3CDTF">2013-01-27T09:14:16Z</dcterms:created>
  <dcterms:modified xsi:type="dcterms:W3CDTF">2025-08-28T07:11:58Z</dcterms:modified>
  <cp:category/>
</cp:coreProperties>
</file>